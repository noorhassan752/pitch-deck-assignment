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>
                <a:solidFill>
                  <a:srgbClr val="F5B742"/>
                </a:solidFill>
                <a:latin typeface="Aptos"/>
              </a:defRPr>
            </a:pPr>
            <a:r>
              <a:t>PLP • STARTUP BUILDING 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Smart Learning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97840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0">
                <a:solidFill>
                  <a:srgbClr val="C8E5E8"/>
                </a:solidFill>
                <a:latin typeface="Aptos"/>
              </a:defRPr>
            </a:pPr>
            <a:r>
              <a:t>Affordable learning resources for every student</a:t>
            </a:r>
          </a:p>
        </p:txBody>
      </p:sp>
      <p:sp>
        <p:nvSpPr>
          <p:cNvPr id="6" name="Oval 5"/>
          <p:cNvSpPr/>
          <p:nvPr/>
        </p:nvSpPr>
        <p:spPr>
          <a:xfrm>
            <a:off x="8823960" y="3977639"/>
            <a:ext cx="1508760" cy="1508760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29800" y="4434840"/>
            <a:ext cx="914400" cy="914400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7132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Founder: NOOR HASSAN 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7132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C8E5E8"/>
                </a:solidFill>
                <a:latin typeface="Aptos"/>
              </a:defRPr>
            </a:pPr>
            <a:r>
              <a:t>Launch area: Dadaab, Kenya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217920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>
                <a:solidFill>
                  <a:srgbClr val="F5B742"/>
                </a:solidFill>
                <a:latin typeface="Aptos"/>
              </a:defRPr>
            </a:pPr>
            <a:r>
              <a:t>FIRST DRAFT • 12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Students need more affordable ways to revise and practise.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Textbooks and extra tuition can be expensive.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Some learners have limited access to revision materials.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Teachers may have limited time to give every student individual practice.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A simple, low-cost learning platform for school revision.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Provide notes and practice questions in one place.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Include short quizzes with answers and explanations.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Design resources that work well on mobile phones.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Target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Who will use Smart Learning Hub?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Secondary school students preparing for school tests and KCSE.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Teachers who need practice materials.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Parents and schools seeking affordable revision support.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There is a need for accessible, practical learning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Start with secondary schools in Dadaab and nearby communities.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Focus first on Mathematics and Chemistry revision.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Expand to other subjects based on feedback and demand.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Validate demand through student and teacher interviews.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Product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Useful tools for students and teachers.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Downloadable revision notes.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Topic-by-topic practice questions.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Short quizzes with answer explanations.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Simple progress tracking and study reminders.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Competitors &amp;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Alternatives include textbooks, tuition, and learning websites.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Keep the first version focused and easy to use.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Offer selected free materials and affordable premium content.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Create resources aligned to the topics students are studying.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Our advantage must be tested with real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A sustainable model that keeps basic learning accessible.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Free: selected notes and sample quizzes.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Paid: optional low-cost revision packs or subscriptions.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Partnerships: schools, sponsors, and education organisations.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Test willingness to pay before setting prices.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Marketing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Reach learners through trusted school communities.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Introduce the idea to teachers and school leaders.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Share sample questions through student groups and WhatsApp.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Offer a small pilot to collect feedback and referrals.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Use student feedback to improve the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Minimum Viable Product (MVP)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Build the smallest useful version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Start with Mathematics and Chemistry materials for a few topics.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Use a simple website or shared digital resource folder.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Test with 20–30 volunteer students, if available.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Measure usage, quiz completion, and learner feedback.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A practical first three-month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Month 1: interview learners and teachers; prepare sample content.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Month 2: launch a small pilot and collect feedback.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Month 3: improve materials and approach potential school partners.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Timing depends on available resources and team capacity.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>
                <a:solidFill>
                  <a:srgbClr val="17898B"/>
                </a:solidFill>
                <a:latin typeface="Aptos"/>
              </a:defRPr>
            </a:pPr>
            <a:r>
              <a:t>SMART LEARNING HUB  |  STARTUP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100" b="1">
                <a:solidFill>
                  <a:srgbClr val="5F6E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9304F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5F6E78"/>
                </a:solidFill>
                <a:latin typeface="Aptos"/>
              </a:defRPr>
            </a:pPr>
            <a:r>
              <a:t>Help us test and grow Smart Learning 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08813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F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14600"/>
            <a:ext cx="201168" cy="201168"/>
          </a:xfrm>
          <a:prstGeom prst="ellipse">
            <a:avLst/>
          </a:prstGeom>
          <a:solidFill>
            <a:srgbClr val="F5B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2953512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80360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Seeking mentorship and technical guidance.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703320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30168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Seeking pilot schools, teachers, and student volunteers.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453128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79976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Seeking support to develop accessible learning content.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5202936"/>
            <a:ext cx="109728" cy="109728"/>
          </a:xfrm>
          <a:prstGeom prst="ellipse">
            <a:avLst/>
          </a:prstGeom>
          <a:solidFill>
            <a:srgbClr val="17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129784"/>
            <a:ext cx="97840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0">
                <a:solidFill>
                  <a:srgbClr val="2D3741"/>
                </a:solidFill>
                <a:latin typeface="Aptos"/>
              </a:defRPr>
            </a:pPr>
            <a:r>
              <a:t>Next step: validate the idea with users before scaling.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0">
                <a:solidFill>
                  <a:srgbClr val="5F6E78"/>
                </a:solidFill>
                <a:latin typeface="Aptos"/>
              </a:defRPr>
            </a:pPr>
            <a:r>
              <a:t>FIRST DRAFT • Adapt using your PLP template and validate assumptions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